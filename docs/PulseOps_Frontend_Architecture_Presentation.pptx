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532d72bca4221" /><Relationship Type="http://schemas.openxmlformats.org/officeDocument/2006/relationships/extended-properties" Target="/docProps/app.xml" Id="R95b4b00f4e07409e" /><Relationship Type="http://schemas.openxmlformats.org/officeDocument/2006/relationships/officeDocument" Target="/ppt/presentation.xml" Id="R9a44d63f03ac4a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80c9c4827414b"/>
  </p:sldMasterIdLst>
  <p:notesMasterIdLst>
    <p:notesMasterId xmlns:r="http://schemas.openxmlformats.org/officeDocument/2006/relationships" r:id="Rbe60f27963da4562"/>
  </p:notesMasterIdLst>
  <p:sldIdLst>
    <p:sldId xmlns:r="http://schemas.openxmlformats.org/officeDocument/2006/relationships" id="256" r:id="Rec9599459dca4367"/>
    <p:sldId xmlns:r="http://schemas.openxmlformats.org/officeDocument/2006/relationships" id="257" r:id="R57f6f3a83a50455f"/>
    <p:sldId xmlns:r="http://schemas.openxmlformats.org/officeDocument/2006/relationships" id="258" r:id="R0ad49c9136b24855"/>
    <p:sldId xmlns:r="http://schemas.openxmlformats.org/officeDocument/2006/relationships" id="259" r:id="Raafbbed7f5b44931"/>
    <p:sldId xmlns:r="http://schemas.openxmlformats.org/officeDocument/2006/relationships" id="260" r:id="Rd02e27c9d8ea43b0"/>
    <p:sldId xmlns:r="http://schemas.openxmlformats.org/officeDocument/2006/relationships" id="261" r:id="R8f78e366d0e840ee"/>
    <p:sldId xmlns:r="http://schemas.openxmlformats.org/officeDocument/2006/relationships" id="262" r:id="R9ca8296f14cf4933"/>
    <p:sldId xmlns:r="http://schemas.openxmlformats.org/officeDocument/2006/relationships" id="263" r:id="R805f1adcbff4494a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de8d89426476d" /><Relationship Type="http://schemas.openxmlformats.org/officeDocument/2006/relationships/slideMaster" Target="/ppt/slideMasters/slideMaster1.xml" Id="R3b480c9c4827414b" /><Relationship Type="http://schemas.openxmlformats.org/officeDocument/2006/relationships/notesMaster" Target="/ppt/notesMasters/notesMaster1.xml" Id="Rbe60f27963da4562" /><Relationship Type="http://schemas.openxmlformats.org/officeDocument/2006/relationships/presProps" Target="/ppt/presProps.xml" Id="Ref7e782e51ac4a9c" /><Relationship Type="http://schemas.openxmlformats.org/officeDocument/2006/relationships/viewProps" Target="/ppt/viewProps.xml" Id="Rd0c297163c1c429d" /><Relationship Type="http://schemas.openxmlformats.org/officeDocument/2006/relationships/tableStyles" Target="/ppt/tableStyles.xml" Id="R307e59cb4dac4930" /><Relationship Type="http://schemas.openxmlformats.org/officeDocument/2006/relationships/slide" Target="/ppt/slides/slide1.xml" Id="Rec9599459dca4367" /><Relationship Type="http://schemas.openxmlformats.org/officeDocument/2006/relationships/slide" Target="/ppt/slides/slide2.xml" Id="R57f6f3a83a50455f" /><Relationship Type="http://schemas.openxmlformats.org/officeDocument/2006/relationships/slide" Target="/ppt/slides/slide3.xml" Id="R0ad49c9136b24855" /><Relationship Type="http://schemas.openxmlformats.org/officeDocument/2006/relationships/slide" Target="/ppt/slides/slide4.xml" Id="Raafbbed7f5b44931" /><Relationship Type="http://schemas.openxmlformats.org/officeDocument/2006/relationships/slide" Target="/ppt/slides/slide5.xml" Id="Rd02e27c9d8ea43b0" /><Relationship Type="http://schemas.openxmlformats.org/officeDocument/2006/relationships/slide" Target="/ppt/slides/slide6.xml" Id="R8f78e366d0e840ee" /><Relationship Type="http://schemas.openxmlformats.org/officeDocument/2006/relationships/slide" Target="/ppt/slides/slide7.xml" Id="R9ca8296f14cf4933" /><Relationship Type="http://schemas.openxmlformats.org/officeDocument/2006/relationships/slide" Target="/ppt/slides/slide8.xml" Id="R805f1adcbff4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c3dc87fd4449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4a985c6664734" /><Relationship Type="http://schemas.openxmlformats.org/officeDocument/2006/relationships/notesMaster" Target="/ppt/notesMasters/notesMaster1.xml" Id="Rfe234b9413384d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fe3f100234096" /><Relationship Type="http://schemas.openxmlformats.org/officeDocument/2006/relationships/notesMaster" Target="/ppt/notesMasters/notesMaster1.xml" Id="Rc11da70e3b314b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8fd3a87be84bbf" /><Relationship Type="http://schemas.openxmlformats.org/officeDocument/2006/relationships/notesMaster" Target="/ppt/notesMasters/notesMaster1.xml" Id="R81eeffa62bd043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a0a9dbf7a84741" /><Relationship Type="http://schemas.openxmlformats.org/officeDocument/2006/relationships/notesMaster" Target="/ppt/notesMasters/notesMaster1.xml" Id="R4638f338d60a46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fd580c408c47b4" /><Relationship Type="http://schemas.openxmlformats.org/officeDocument/2006/relationships/notesMaster" Target="/ppt/notesMasters/notesMaster1.xml" Id="R2f5ab4c30b5a4f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1f33a2d7364907" /><Relationship Type="http://schemas.openxmlformats.org/officeDocument/2006/relationships/notesMaster" Target="/ppt/notesMasters/notesMaster1.xml" Id="R5b6cca23366f46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335fb5a06449bb" /><Relationship Type="http://schemas.openxmlformats.org/officeDocument/2006/relationships/notesMaster" Target="/ppt/notesMasters/notesMaster1.xml" Id="R777e61ccbb2745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d4c2265b764c91" /><Relationship Type="http://schemas.openxmlformats.org/officeDocument/2006/relationships/notesMaster" Target="/ppt/notesMasters/notesMaster1.xml" Id="R0bc1a1c4bace41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e18ab529a4a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a859b1a1a45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fd7c7d32f4d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95e7c0be14f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99f13b3b74a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abe23811649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75cfe5efc42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4e404b60f48e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c1024a8e34b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0c81d87fd49e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291ceed6d4d1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0B5DAB-6FDF-41BE-88DB-C8FFF33D4AE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FBF6713-9896-4CA0-BA58-6409EE756D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C0E465-70E5-48C4-9C7C-4EA1D00D44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6C21DA-C7F5-4AB4-B8F4-4887C9AFB4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50B3AD-4791-4860-9D09-5A2893EBF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76B6E4-1FA9-4A35-810D-FDAFD2B76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054762-4560-443D-BED0-7F80DCCB76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0EE671-AE81-40E0-9EAB-951D9DB728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8AE246-083A-4C8C-B046-EE4A1325AB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4FAE05-0816-4A22-8D08-901241FD54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488045-0FC1-4FCF-B8A3-7E94C3361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0CC724-8676-4D84-8B08-C01F95FDDD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EA09C5-915E-47F0-9DD8-62D841FEB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7EB2E7F-DD4D-4780-96A8-5FB922AEAC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0144C4-C620-492E-9237-54E08DA489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C2B02C-9A3D-403E-993A-F3EE85604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AC2ED2-2EC0-4130-8267-A51E715E4B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6582E80-7C21-4609-B63B-E2550E6282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19473A-8545-4864-BB9F-67462BB7D6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2EE01B-37D5-41B8-9C0A-AF19BDF9AC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7AC597-5A4B-4F4A-B775-DD659E118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89555F-0949-4CED-B3B4-323242A0FB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C3EB16-BF09-46E1-B868-1D8760FDBE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1717214-919E-409A-B0AE-DE3F26996F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FF0825-D7B6-4025-934F-507F5384081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0E645F1-27A7-4676-9224-975EA26E44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FC67064-A450-4205-B251-D107E0809E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E70CA5B-5FC8-4CB5-8D8F-A824B63B83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0D3D14F-B213-4D64-A020-A3B18430C9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71E67F-A301-4C35-A6B8-0870C7B2E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20A1EA9-291B-4870-9CD1-87F1182D33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EB92CFE-B2D2-492D-832B-C718A649A6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D60E51C-CE81-4BAC-8572-F3C3B2F67E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82FBE06-E931-4222-8136-9E7A6367E1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32D2705-6ABF-4F36-A3C9-77A9FC1B6D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912261-39AD-4FFE-9F76-DB2723ED5C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0F0030-5AFD-4E0A-8C31-29201835D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B19AD5-7FC1-410B-A89B-395C8EB689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7FEB263-30E3-478C-8576-77F36B630B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0B3B91-F8C5-420C-935D-3B8BEC2C9A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9EE0B98-DD6D-4488-A25C-FB31FBC158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8BE6121-83E7-4F2A-944C-4CD851B3E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8267B5-4E29-447A-B0B0-C68947D2AF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B90AC07-E3CA-4D8E-B0A5-B80F9C1A361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3C7AE11-8937-47B4-85D4-7334879672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8EAF55-AF2F-4D41-9D2A-5E1092F483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A97402C-BCDE-44AF-98E8-AA9190CDB6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425AF73-3160-42A2-A597-BBF35AC2D9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F2F3AB-1796-47C5-9C6C-19C60C16C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BDA27F-7E4D-47A5-BEA9-39121900D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2205BB-359D-4FE3-B034-75C060996C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F61BD1-79EC-4B42-B7DB-555651DBA7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4D7E19-6795-43B9-AFDA-FB9FBDE613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B078E73-D96F-467E-B133-36358FC5CF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B0D0D8-62E7-4930-A860-FCF96C3311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ACA01B-E2D2-47DC-9BCE-087D31D285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89A715-1105-4916-A81A-52FD4E8055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157E2D-8741-4889-ACAA-4B4EC9B418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8c7fd9a494a86" /><Relationship Type="http://schemas.openxmlformats.org/officeDocument/2006/relationships/slideLayout" Target="/ppt/slideLayouts/slideLayout1.xml" Id="R91d69fa25afe483f" /><Relationship Type="http://schemas.openxmlformats.org/officeDocument/2006/relationships/slideLayout" Target="/ppt/slideLayouts/slideLayout2.xml" Id="Reb4549c8e60d4be6" /><Relationship Type="http://schemas.openxmlformats.org/officeDocument/2006/relationships/slideLayout" Target="/ppt/slideLayouts/slideLayout3.xml" Id="R05b4c9bb6b814034" /><Relationship Type="http://schemas.openxmlformats.org/officeDocument/2006/relationships/slideLayout" Target="/ppt/slideLayouts/slideLayout4.xml" Id="Rebf933d400b849f6" /><Relationship Type="http://schemas.openxmlformats.org/officeDocument/2006/relationships/slideLayout" Target="/ppt/slideLayouts/slideLayout5.xml" Id="Rd224fa2554754f6b" /><Relationship Type="http://schemas.openxmlformats.org/officeDocument/2006/relationships/slideLayout" Target="/ppt/slideLayouts/slideLayout6.xml" Id="R894dfc14db554f66" /><Relationship Type="http://schemas.openxmlformats.org/officeDocument/2006/relationships/slideLayout" Target="/ppt/slideLayouts/slideLayout7.xml" Id="Rf0c2d1f5fa3c4688" /><Relationship Type="http://schemas.openxmlformats.org/officeDocument/2006/relationships/slideLayout" Target="/ppt/slideLayouts/slideLayout8.xml" Id="R8ff990f6330341a1" /><Relationship Type="http://schemas.openxmlformats.org/officeDocument/2006/relationships/slideLayout" Target="/ppt/slideLayouts/slideLayout9.xml" Id="R1c7c38dc46d04f3f" /><Relationship Type="http://schemas.openxmlformats.org/officeDocument/2006/relationships/slideLayout" Target="/ppt/slideLayouts/slideLayout10.xml" Id="R6d4695dbad4448fe" /><Relationship Type="http://schemas.openxmlformats.org/officeDocument/2006/relationships/slideLayout" Target="/ppt/slideLayouts/slideLayout11.xml" Id="R8e8d10b2641041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811EB00-2978-47A3-9CB5-3E12016DE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3F7912-5DFE-4596-9003-7AF53182D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D5F798-70BC-4DC0-9144-0BAE1E63615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725461-6BEE-40B6-94C2-944A1861DC4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9276BD-C22D-4ACD-8B73-F170CA228C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d69fa25afe483f"/>
    <p:sldLayoutId xmlns:r="http://schemas.openxmlformats.org/officeDocument/2006/relationships" id="2147483650" r:id="Reb4549c8e60d4be6"/>
    <p:sldLayoutId xmlns:r="http://schemas.openxmlformats.org/officeDocument/2006/relationships" id="2147483651" r:id="R05b4c9bb6b814034"/>
    <p:sldLayoutId xmlns:r="http://schemas.openxmlformats.org/officeDocument/2006/relationships" id="2147483652" r:id="Rebf933d400b849f6"/>
    <p:sldLayoutId xmlns:r="http://schemas.openxmlformats.org/officeDocument/2006/relationships" id="2147483653" r:id="Rd224fa2554754f6b"/>
    <p:sldLayoutId xmlns:r="http://schemas.openxmlformats.org/officeDocument/2006/relationships" id="2147483654" r:id="R894dfc14db554f66"/>
    <p:sldLayoutId xmlns:r="http://schemas.openxmlformats.org/officeDocument/2006/relationships" id="2147483655" r:id="Rf0c2d1f5fa3c4688"/>
    <p:sldLayoutId xmlns:r="http://schemas.openxmlformats.org/officeDocument/2006/relationships" id="2147483656" r:id="R8ff990f6330341a1"/>
    <p:sldLayoutId xmlns:r="http://schemas.openxmlformats.org/officeDocument/2006/relationships" id="2147483657" r:id="R1c7c38dc46d04f3f"/>
    <p:sldLayoutId xmlns:r="http://schemas.openxmlformats.org/officeDocument/2006/relationships" id="2147483658" r:id="R6d4695dbad4448fe"/>
    <p:sldLayoutId xmlns:r="http://schemas.openxmlformats.org/officeDocument/2006/relationships" id="2147483659" r:id="R8e8d10b26410414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f47cb88a614eab" /><Relationship Type="http://schemas.openxmlformats.org/officeDocument/2006/relationships/notesSlide" Target="/ppt/notesSlides/notesSlide1.xml" Id="R884df5f3255d4c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6a18aeeeef45e1" /><Relationship Type="http://schemas.openxmlformats.org/officeDocument/2006/relationships/notesSlide" Target="/ppt/notesSlides/notesSlide2.xml" Id="R475d57eb059348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4ef7111aa94cd1" /><Relationship Type="http://schemas.openxmlformats.org/officeDocument/2006/relationships/notesSlide" Target="/ppt/notesSlides/notesSlide3.xml" Id="R5691547e6a4545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f6035226e34e04" /><Relationship Type="http://schemas.openxmlformats.org/officeDocument/2006/relationships/notesSlide" Target="/ppt/notesSlides/notesSlide4.xml" Id="R615cd5a9a17e4d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ad1788d36b440f" /><Relationship Type="http://schemas.openxmlformats.org/officeDocument/2006/relationships/notesSlide" Target="/ppt/notesSlides/notesSlide5.xml" Id="R1dce955bce1048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e1dbc702b44caf" /><Relationship Type="http://schemas.openxmlformats.org/officeDocument/2006/relationships/notesSlide" Target="/ppt/notesSlides/notesSlide6.xml" Id="Rbdba8ff7b30b42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e144e2e6954506" /><Relationship Type="http://schemas.openxmlformats.org/officeDocument/2006/relationships/notesSlide" Target="/ppt/notesSlides/notesSlide7.xml" Id="R444744998b0c44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eeb84020524f30" /><Relationship Type="http://schemas.openxmlformats.org/officeDocument/2006/relationships/notesSlide" Target="/ppt/notesSlides/notesSlide8.xml" Id="R1d92b13431db46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43532D-9691-469E-977E-DDA4D25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D9B097B-BD0E-4BC2-90C6-2C8F809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097280"/>
            <a:ext cx="9997135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25400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31F5AE-501E-4CBE-87B2-A6E1DB55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645920"/>
            <a:ext cx="9265615" cy="1889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3600" b="1">
                <a:solidFill>
                  <a:srgbClr val="FFFFFF"/>
                </a:solidFill>
              </a:defRPr>
            </a:pPr>
            <a:r>
              <a:t>PULSEOPS DASHBOARD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1800">
                <a:solidFill>
                  <a:srgbClr val="06B6D4"/>
                </a:solidFill>
              </a:defRPr>
            </a:pPr>
            <a:r>
              <a:t>React and TypeScript telemetry portfolio</a:t>
            </a:r>
          </a:p>
          <a:p xmlns:a="http://schemas.openxmlformats.org/drawingml/2006/main">
            <a:pPr>
              <a:buNone/>
              <a:defRPr sz="1300">
                <a:solidFill>
                  <a:srgbClr val="CBD5E1"/>
                </a:solidFill>
              </a:defRPr>
            </a:pPr>
            <a:r>
              <a:t>Architecture and implementation overview</a:t>
            </a:r>
            <a:br/>
            <a:r>
              <a:t>Application focus: Junior Frontend / React</a:t>
            </a:r>
            <a:br/>
            <a:r>
              <a:t>React 18, TanStack Virtual, Web Workers, Zustand</a:t>
            </a:r>
          </a:p>
        </p:txBody>
      </p:sp>
    </p:spTree>
    <p:extLst>
      <p:ext uri="{BB962C8B-B14F-4D97-AF65-F5344CB8AC3E}">
        <p14:creationId xmlns:p14="http://schemas.microsoft.com/office/powerpoint/2010/main" val="15713755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C117C4-0BED-4399-A4A9-959A66E6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A7C0519-10A6-4848-B1CE-27E1754E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6B6D4"/>
                </a:solidFill>
              </a:defRPr>
            </a:pPr>
            <a:r>
              <a:t>PROJECT PURPOSE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5C2F3C-DBF8-4F53-BA9D-E10BA08A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FFFFF"/>
                </a:solidFill>
              </a:defRPr>
            </a:pPr>
            <a:r>
              <a:t>Telemetry display and responsive interaction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81F89C2-4DAD-438E-9FE7-FA2E4C3F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A4E9D0-6598-45A7-B65F-5BF9A9C1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2926080" cy="142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Synthetic telemetry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worker generates demonstration events every 20 ms.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Example metrics do not represent a deployed service.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No live WebSocket backend is connected.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F1B704-821B-4EE1-B6B5-458C3951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834EEC0-2492-4734-B50E-59267CB6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2926080" cy="142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Growing event history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store retains up to 60,000 log records.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Rendering the entire history would create many DOM elements.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Virtualization limits rendering to a viewport range.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B130E43-E144-4E9D-8DEF-5C10E766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3832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976920A-DE68-4220-9F3F-6E183E4D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3392"/>
            <a:ext cx="301752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Implemented approach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Worker generation, validation and 150 ms batching.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Virtualized rows with search and severity filters.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Editable threshold with optimistic update and rollback.</a:t>
            </a:r>
          </a:p>
        </p:txBody>
      </p:sp>
    </p:spTree>
    <p:extLst>
      <p:ext uri="{BB962C8B-B14F-4D97-AF65-F5344CB8AC3E}">
        <p14:creationId xmlns:p14="http://schemas.microsoft.com/office/powerpoint/2010/main" val="8054957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905102-A714-46E0-AD55-0B29B705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5121A3B-EFB7-4C0F-A5CF-34E6FBA3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6B6D4"/>
                </a:solidFill>
              </a:defRPr>
            </a:pPr>
            <a:r>
              <a:t>WORKER PIPELINE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E10091-EB18-4206-AB3C-879650F0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FFFFF"/>
                </a:solidFill>
              </a:defRPr>
            </a:pPr>
            <a:r>
              <a:t>Generation, validation and batching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A0E266A-74BD-4F0D-AE03-A6D762EB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D1BB514-9835-457F-BE35-2BAE57C6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Worker responsibilities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Generate synthetic events outside the React main thread.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Validate optional incoming objects or JSON strings.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Reject malformed records before adding them to the buffer.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Send buffered records to the UI every 150 ms.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5BBB06C-5789-4FD2-97FA-4BF06B38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0E2F7F4-2ACB-4B5E-9B1C-013A3D94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React lifecycle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hook starts one worker and receives record batches.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store adds batches in newest-first order.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Cleanup terminates the worker when the component unmounts.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record cap bounds history size, not total browser memory.</a:t>
            </a:r>
          </a:p>
        </p:txBody>
      </p:sp>
    </p:spTree>
    <p:extLst>
      <p:ext uri="{BB962C8B-B14F-4D97-AF65-F5344CB8AC3E}">
        <p14:creationId xmlns:p14="http://schemas.microsoft.com/office/powerpoint/2010/main" val="5508315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2841CA-BC42-4802-B33A-A5F2EC78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529B18F-4A9F-4C36-9FB2-D76D2CED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6B6D4"/>
                </a:solidFill>
              </a:defRPr>
            </a:pPr>
            <a:r>
              <a:t>VIRTUALIZED 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F63082B-6CED-46F6-A8E7-B8689DD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FFFFF"/>
                </a:solidFill>
              </a:defRPr>
            </a:pPr>
            <a:r>
              <a:t>Rendering a bounded viewport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EF1F78E-59A3-4210-8D83-3EC50DB0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99E056-902A-41F7-B018-3A0F3D96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TanStack Virtual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scroll container has a fixed 600 px height.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Rows use an estimated height of 40 px.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Overscan adds 15 records around the visible range.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Positioned rows occupy a wrapper sized for the full list.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ECBDE8F-CAFE-4BF7-851F-8C0891F6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6B34C3D-9102-493B-9933-F98C4207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Performance limits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number of mounted rows depends on viewport and overscan.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Filtering scans the retained records and uses memoization.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No measured FPS, heap or Lighthouse results are claimed.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larger workload needs profiling on documented hardware.</a:t>
            </a:r>
          </a:p>
        </p:txBody>
      </p:sp>
    </p:spTree>
    <p:extLst>
      <p:ext uri="{BB962C8B-B14F-4D97-AF65-F5344CB8AC3E}">
        <p14:creationId xmlns:p14="http://schemas.microsoft.com/office/powerpoint/2010/main" val="9852834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B47C1B-22ED-4A18-B954-8FD6EA1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66F482-E11E-4996-B6DB-9FC1B844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6B6D4"/>
                </a:solidFill>
              </a:defRPr>
            </a:pPr>
            <a:r>
              <a:t>STATE OWNERSHIP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EB228F6-5834-4B57-95A8-603925B5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FFFFF"/>
                </a:solidFill>
              </a:defRPr>
            </a:pPr>
            <a:r>
              <a:t>Zustand and TanStack Query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4F43233-C796-473A-BABC-DC2FEC1A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01C7BF9-6C08-4718-893F-A90452E2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Telemetry state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Zustand owns logs, search text and selected severity.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Immutable batches update the retained record list.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Clear resets the current log buffer.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Metrics are labeled as demonstration values.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680828D-98B5-4D80-ADE9-EDC8402C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BA73A51-C55F-4439-9413-FD940DBD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Configuration state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TanStack Query owns the demo alert configuration cache.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local asynchronous adapter imitates read and save operations.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mutation snapshots the cache before updating it.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Configuration persists in memory until page reload.</a:t>
            </a:r>
          </a:p>
        </p:txBody>
      </p:sp>
    </p:spTree>
    <p:extLst>
      <p:ext uri="{BB962C8B-B14F-4D97-AF65-F5344CB8AC3E}">
        <p14:creationId xmlns:p14="http://schemas.microsoft.com/office/powerpoint/2010/main" val="3721884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FDAD3F-1B61-45CA-AEBD-4A25E223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016BF53-60EB-4DA3-B0D5-A9BCB35A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6B6D4"/>
                </a:solidFill>
              </a:defRPr>
            </a:pPr>
            <a:r>
              <a:t>OPTIMISTIC UPDATE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26A68A-FD1C-4DC5-9098-942D6EA0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FFFFF"/>
                </a:solidFill>
              </a:defRPr>
            </a:pPr>
            <a:r>
              <a:t>Visible save and failure behavior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9CF5992-21C2-4EAE-99D4-F60E10DA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6E585ED-43FB-456C-81D5-C1EFD88F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2926080" cy="200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1. Edit and submit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form accepts a positive latency threshold.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save action updates the query cache immediately.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active threshold reflects the optimistic value.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save button disables during the request.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24CA14C-2585-4C41-AA96-2EDA75A0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6878526-C269-42B2-AB47-44D2AA82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292608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2. Demo persistence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local adapter waits 300 ms before completing.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checkbox deliberately simulates a save failure.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No HTTP request or notification service is connected.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EDB255-D8A8-4964-A54F-58B9AE04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3832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3E3E7EC-C369-418E-9E34-90543A5C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3392"/>
            <a:ext cx="3017520" cy="183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3. Rollback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mutation restores the previous cache on failure.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An alert explains the failed save.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status message confirms a successful save.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Refetch synchronizes the cache with the demo adapter.</a:t>
            </a:r>
          </a:p>
        </p:txBody>
      </p:sp>
    </p:spTree>
    <p:extLst>
      <p:ext uri="{BB962C8B-B14F-4D97-AF65-F5344CB8AC3E}">
        <p14:creationId xmlns:p14="http://schemas.microsoft.com/office/powerpoint/2010/main" val="11124039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9988B4-1BE0-4F23-A933-AB1C9FE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D54F519-2CBA-4B8C-AE24-59B22813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6B6D4"/>
                </a:solidFill>
              </a:defRPr>
            </a:pPr>
            <a:r>
              <a:t>TESTING AND ACCESSIBILITY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0A297D-C9EB-4255-920D-F942515B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FFFFF"/>
                </a:solidFill>
              </a:defRPr>
            </a:pPr>
            <a:r>
              <a:t>Implemented checks and remaining work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97253CF-E297-4F36-8148-BA3BF1F6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6E9E09B-8157-4862-A0B4-9949303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Interface accessibility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Search and clear controls have accessible names.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Severity buttons expose their pressed state.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Save results use status messages and errors use an alert.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full WCAG audit remains future work.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C23D43-412F-4BBA-B5CF-2909969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4291B4-5E64-4000-87F7-6C56E1A3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6B6D4"/>
                </a:solidFill>
              </a:defRPr>
            </a:pPr>
            <a:r>
              <a:t>Test coverage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Vitest checks parsing, history retention and empty rendering.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component test checks save success and failure rollback.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Playwright scenario covers streaming, filtering and rollback.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Strict TypeScript compilation checks the application source.</a:t>
            </a:r>
          </a:p>
        </p:txBody>
      </p:sp>
    </p:spTree>
    <p:extLst>
      <p:ext uri="{BB962C8B-B14F-4D97-AF65-F5344CB8AC3E}">
        <p14:creationId xmlns:p14="http://schemas.microsoft.com/office/powerpoint/2010/main" val="14968312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2848CC-496B-4795-8F34-94BD79D3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8011E80-6236-4CBF-A422-6FC19E5F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6B6D4"/>
                </a:solidFill>
              </a:defRPr>
            </a:pPr>
            <a:r>
              <a:t>INTERVIEW DISCUSSION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281912D-8B7F-4864-BCA6-38E57F7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FFFFF"/>
                </a:solidFill>
              </a:defRPr>
            </a:pPr>
            <a:r>
              <a:t>Design choices and extension points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FD4731B-07B7-4968-A0F8-FC4A341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2EE1A0A-77A2-4800-8E39-07B94465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10B981"/>
                </a:solidFill>
              </a:defRPr>
            </a:pPr>
            <a:r>
              <a:t>Architecture tradeoffs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Why use a worker?</a:t>
            </a:r>
            <a:br/>
            <a:r>
              <a:t>It moves generation and ingestion work away from the UI thread.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Why virtualize rows?</a:t>
            </a:r>
            <a:br/>
            <a:r>
              <a:t>It reduces DOM work while retaining searchable history.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What remains on the main thread?</a:t>
            </a:r>
            <a:br/>
            <a:r>
              <a:t>Store updates, filtering and React rendering.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ED22FFC-6381-499E-A522-39BED3D2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1C2E"/>
          </a:solidFill>
          <a:ln xmlns:a="http://schemas.openxmlformats.org/drawingml/2006/main" w="15240">
            <a:solidFill>
              <a:srgbClr val="25324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76B23E-602B-4802-85DE-0DE08B2A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10B981"/>
                </a:solidFill>
              </a:defRPr>
            </a:pPr>
            <a:r>
              <a:t>Next engineering steps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Connect an authenticated WebSocket source with reconnect handling.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Replace the in-memory configuration adapter with an API.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Profile filtering and rendering under a repeatable workload.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Audit keyboard, screen reader and mobile interaction.</a:t>
            </a:r>
          </a:p>
        </p:txBody>
      </p:sp>
    </p:spTree>
    <p:extLst>
      <p:ext uri="{BB962C8B-B14F-4D97-AF65-F5344CB8AC3E}">
        <p14:creationId xmlns:p14="http://schemas.microsoft.com/office/powerpoint/2010/main" val="16947622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2026-10-02T13:38:21.1950000Z</dcterms:created>
  <dcterms:modified xsi:type="dcterms:W3CDTF">2026-10-02T13:38:21.1950000Z</dcterms:modified>
</coreProperties>
</file>